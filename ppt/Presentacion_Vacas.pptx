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Dieta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bubble3D val="0"/>
            <c:spPr>
              <a:solidFill>
                <a:srgbClr val="B850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Forraje y Pasto</c:v>
                </c:pt>
                <c:pt idx="1">
                  <c:v>Cereales/Granos</c:v>
                </c:pt>
                <c:pt idx="2">
                  <c:v>Vitaminas y Minerales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75</c:v>
                </c:pt>
                <c:pt idx="1">
                  <c:v>20</c:v>
                </c:pt>
                <c:pt idx="2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El Mundo de las Vacas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7BC62"/>
                </a:solidFill>
              </a:rPr>
              <a:t>Pilares de la agricultura y la naturaleza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</a:rPr>
              <a:t>Datos Curiosos y Anatomía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Visión Periférica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Tienen una visión de casi 360 grados. Esto les permite detectar depredadores desde prácticamente cualquier ángulo sin mover la cabeza.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46304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737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</a:rPr>
              <a:t>Estómago Especializado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120640" y="228600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Su estómago tiene cuatro compartimentos (rumen, retículo, omaso y abomaso) diseñados para fermentar y digerir el pasto eficientemente.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</a:rPr>
              <a:t>Composición de la Dieta Bovina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46304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029200" y="1645920"/>
            <a:ext cx="36576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2"/>
          <p:cNvSpPr/>
          <p:nvPr/>
        </p:nvSpPr>
        <p:spPr>
          <a:xfrm>
            <a:off x="5303520" y="18288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C5F2D"/>
                </a:solidFill>
              </a:rPr>
              <a:t>8</a:t>
            </a:r>
            <a:endParaRPr lang="en-US" sz="44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</a:rPr>
              <a:t>Horas al día</a:t>
            </a:r>
            <a:endParaRPr lang="en-US" sz="4400" dirty="0"/>
          </a:p>
          <a:p>
            <a:pPr algn="ctr" indent="0" marL="0">
              <a:buNone/>
            </a:pPr>
            <a:endParaRPr lang="en-US" sz="4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Es el tiempo promedio que una vaca pasa masticando (rumiando) su alimento para procesarlo correctamente.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Gracias por su atención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3657600" y="2926080"/>
            <a:ext cx="1828800" cy="0"/>
          </a:xfrm>
          <a:prstGeom prst="line">
            <a:avLst/>
          </a:prstGeom>
          <a:noFill/>
          <a:ln w="38100">
            <a:solidFill>
              <a:srgbClr val="97BC6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2026-04-18T18:53:13Z</dcterms:created>
  <dcterms:modified xsi:type="dcterms:W3CDTF">2026-04-18T18:53:13Z</dcterms:modified>
</cp:coreProperties>
</file>